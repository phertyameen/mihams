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f15dcb75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3f15dcb75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3f15dcb75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3f15dcb7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Development for Beginners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  4,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1: Foundations &amp; How the Web Works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 Is Web Development?</a:t>
            </a:r>
            <a:endParaRPr b="1"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/>
              <a:t>Examples?</a:t>
            </a:r>
            <a:endParaRPr b="1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265500" y="1718250"/>
            <a:ext cx="86013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Why Learn Web Development?</a:t>
            </a:r>
            <a:endParaRPr b="1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75216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Short History of the Web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>
            <p:ph idx="4294967295" type="body"/>
          </p:nvPr>
        </p:nvSpPr>
        <p:spPr>
          <a:xfrm>
            <a:off x="340925" y="2336550"/>
            <a:ext cx="1728300" cy="37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website created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8" name="Google Shape;158;p17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159" name="Google Shape;159;p17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7"/>
          <p:cNvSpPr txBox="1"/>
          <p:nvPr>
            <p:ph idx="4294967295" type="body"/>
          </p:nvPr>
        </p:nvSpPr>
        <p:spPr>
          <a:xfrm>
            <a:off x="340925" y="1007150"/>
            <a:ext cx="14022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1989</a:t>
            </a:r>
            <a:endParaRPr sz="1600"/>
          </a:p>
        </p:txBody>
      </p:sp>
      <p:sp>
        <p:nvSpPr>
          <p:cNvPr id="162" name="Google Shape;162;p17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idx="4294967295" type="body"/>
          </p:nvPr>
        </p:nvSpPr>
        <p:spPr>
          <a:xfrm>
            <a:off x="2126038" y="2291100"/>
            <a:ext cx="1584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text websites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64" name="Google Shape;164;p17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165" name="Google Shape;165;p17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" name="Google Shape;166;p17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17"/>
          <p:cNvSpPr txBox="1"/>
          <p:nvPr>
            <p:ph idx="4294967295" type="body"/>
          </p:nvPr>
        </p:nvSpPr>
        <p:spPr>
          <a:xfrm>
            <a:off x="1635829" y="3771600"/>
            <a:ext cx="14598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1990</a:t>
            </a:r>
            <a:endParaRPr sz="1600"/>
          </a:p>
        </p:txBody>
      </p:sp>
      <p:sp>
        <p:nvSpPr>
          <p:cNvPr id="168" name="Google Shape;168;p17"/>
          <p:cNvSpPr/>
          <p:nvPr/>
        </p:nvSpPr>
        <p:spPr>
          <a:xfrm>
            <a:off x="3471975" y="2199000"/>
            <a:ext cx="30483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>
            <p:ph idx="4294967295" type="body"/>
          </p:nvPr>
        </p:nvSpPr>
        <p:spPr>
          <a:xfrm>
            <a:off x="3767776" y="2284163"/>
            <a:ext cx="2404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Styled and interactive websites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70" name="Google Shape;170;p17"/>
          <p:cNvGrpSpPr/>
          <p:nvPr/>
        </p:nvGrpSpPr>
        <p:grpSpPr>
          <a:xfrm>
            <a:off x="4756307" y="1610215"/>
            <a:ext cx="198900" cy="593656"/>
            <a:chOff x="3918084" y="1610215"/>
            <a:chExt cx="198900" cy="593656"/>
          </a:xfrm>
        </p:grpSpPr>
        <p:cxnSp>
          <p:nvCxnSpPr>
            <p:cNvPr id="171" name="Google Shape;171;p17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17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7"/>
          <p:cNvSpPr txBox="1"/>
          <p:nvPr>
            <p:ph idx="4294967295" type="body"/>
          </p:nvPr>
        </p:nvSpPr>
        <p:spPr>
          <a:xfrm>
            <a:off x="4154650" y="1052600"/>
            <a:ext cx="1402200" cy="3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b="1" lang="en" sz="1340"/>
              <a:t>2000</a:t>
            </a:r>
            <a:endParaRPr b="1" sz="1340"/>
          </a:p>
        </p:txBody>
      </p:sp>
      <p:sp>
        <p:nvSpPr>
          <p:cNvPr id="174" name="Google Shape;174;p17"/>
          <p:cNvSpPr/>
          <p:nvPr/>
        </p:nvSpPr>
        <p:spPr>
          <a:xfrm>
            <a:off x="6112702" y="2199000"/>
            <a:ext cx="25410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>
            <p:ph idx="4294967295" type="body"/>
          </p:nvPr>
        </p:nvSpPr>
        <p:spPr>
          <a:xfrm>
            <a:off x="6601850" y="2284175"/>
            <a:ext cx="1968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applications (like apps)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6944895" y="2985508"/>
            <a:ext cx="198900" cy="593656"/>
            <a:chOff x="5958946" y="2938958"/>
            <a:chExt cx="198900" cy="593656"/>
          </a:xfrm>
        </p:grpSpPr>
        <p:cxnSp>
          <p:nvCxnSpPr>
            <p:cNvPr id="177" name="Google Shape;177;p17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17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17"/>
          <p:cNvSpPr txBox="1"/>
          <p:nvPr>
            <p:ph idx="4294967295" type="body"/>
          </p:nvPr>
        </p:nvSpPr>
        <p:spPr>
          <a:xfrm>
            <a:off x="6251900" y="3757725"/>
            <a:ext cx="15849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Today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Web Works (Big Picture)</a:t>
            </a:r>
            <a:endParaRPr/>
          </a:p>
        </p:txBody>
      </p: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(Browser)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Type URL (google.com)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DNS (Find address)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Server (Where website lives)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Files sent back (HTML, CSS, JS)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↓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58"/>
              <a:t>Browser displays website</a:t>
            </a:r>
            <a:endParaRPr sz="1858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What Is a Browser?</a:t>
            </a:r>
            <a:endParaRPr sz="2600"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 browser is software that:</a:t>
            </a:r>
            <a:endParaRPr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Opens websites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Reads code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500"/>
              <a:t>Displays web pages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Examples?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Project: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Build a html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of this award/recognition</a:t>
            </a:r>
            <a:endParaRPr sz="2700"/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125" y="1307850"/>
            <a:ext cx="4564744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